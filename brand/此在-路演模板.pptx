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页型 A · 封面。改这三处：产品名、英文名、一句话。标识图片不要拉伸，等比缩放。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页型 B · 章节隔页。用于每个大段落之前，给听众一个换气的地方。只放编号、四到六个字的标题、一句话。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页型 C · 要点。最多三条，第一条的圆点用暖色（C4703C）强调，其余用水青。每条一句话，不要写成段落。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页型 D · 机制与数据。口播时必须说明 +2.4 与 1,205 来自原型示例数据，不是实测结果。数字用暖色的只能有一个。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页型 E · 产品。四张卡等宽等高，换成真实截图时不要改卡片尺寸。文字块保留三行以内。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页型 F · 结尾。云朵是向导「小在」。二维码占位要换成真实短链生成的码，用深青墨 122A2E，不要纯黑。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uer-Desktop-ssai-------/b98e94e0-2af9-46cc-ad31-d04dcba010c9/scratchpad/brand/png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2377440" cy="12819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8803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200" kern="0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此　在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877824" y="3950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900" kern="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CURRENT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在说不清的时刻，帮你找到此刻适合你的空间。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80960" y="4754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SSAI 黑客松 · 2026</a:t>
            </a:r>
            <a:endParaRPr lang="en-US" sz="1000" dirty="0"/>
          </a:p>
        </p:txBody>
      </p:sp>
      <p:pic>
        <p:nvPicPr>
          <p:cNvPr id="7" name="Image 1" descr="/private/tmp/claude-501/-Users-juer-Desktop-ssai-------/b98e94e0-2af9-46cc-ad31-d04dcba010c9/scratchpad/brand/png/foot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25312"/>
            <a:ext cx="10515600" cy="3858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此在 · Current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859536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08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uer-Desktop-ssai-------/b98e94e0-2af9-46cc-ad31-d04dcba010c9/scratchpad/brand/png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5488"/>
            <a:ext cx="640080" cy="3447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2768" y="475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此　在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680960" y="4754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1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言不达意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40416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大脑有时会骗自己，身体不会。</a:t>
            </a:r>
            <a:endParaRPr lang="en-US" sz="1600" dirty="0"/>
          </a:p>
        </p:txBody>
      </p:sp>
      <p:pic>
        <p:nvPicPr>
          <p:cNvPr id="8" name="Image 1" descr="/private/tmp/claude-501/-Users-juer-Desktop-ssai-------/b98e94e0-2af9-46cc-ad31-d04dcba010c9/scratchpad/brand/png/foot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25312"/>
            <a:ext cx="10515600" cy="3858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59536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08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uer-Desktop-ssai-------/b98e94e0-2af9-46cc-ad31-d04dcba010c9/scratchpad/brand/png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5488"/>
            <a:ext cx="640080" cy="3447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2768" y="475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此　在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680960" y="4754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 · 03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现在的空间决策工具，缺了一维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" y="1536192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大众点评告诉你好不好吃</a:t>
            </a:r>
            <a:endParaRPr lang="en-US" sz="29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没人告诉你去了会不会好受一点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859536" y="3090672"/>
            <a:ext cx="128016" cy="128016"/>
          </a:xfrm>
          <a:prstGeom prst="ellipse">
            <a:avLst/>
          </a:prstGeom>
          <a:solidFill>
            <a:srgbClr val="C4703C"/>
          </a:solidFill>
          <a:ln/>
        </p:spPr>
      </p:sp>
      <p:sp>
        <p:nvSpPr>
          <p:cNvPr id="8" name="Text 5"/>
          <p:cNvSpPr/>
          <p:nvPr/>
        </p:nvSpPr>
        <p:spPr>
          <a:xfrm>
            <a:off x="1243584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说不清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43584" y="3310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「不开心」三个字，装下了完全不同的六种状态。语言在这里是失灵的。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9536" y="3986784"/>
            <a:ext cx="128016" cy="128016"/>
          </a:xfrm>
          <a:prstGeom prst="ellipse">
            <a:avLst/>
          </a:prstGeom>
          <a:solidFill>
            <a:srgbClr val="1E6E72"/>
          </a:solidFill>
          <a:ln/>
        </p:spPr>
      </p:sp>
      <p:sp>
        <p:nvSpPr>
          <p:cNvPr id="11" name="Text 8"/>
          <p:cNvSpPr/>
          <p:nvPr/>
        </p:nvSpPr>
        <p:spPr>
          <a:xfrm>
            <a:off x="1243584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没有维度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43584" y="42062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评分体系里有环境、口味、服务，唯独没有「情绪恢复」。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59536" y="4882896"/>
            <a:ext cx="128016" cy="128016"/>
          </a:xfrm>
          <a:prstGeom prst="ellipse">
            <a:avLst/>
          </a:prstGeom>
          <a:solidFill>
            <a:srgbClr val="1E6E72"/>
          </a:solidFill>
          <a:ln/>
        </p:spPr>
      </p:sp>
      <p:sp>
        <p:nvSpPr>
          <p:cNvPr id="14" name="Text 11"/>
          <p:cNvSpPr/>
          <p:nvPr/>
        </p:nvSpPr>
        <p:spPr>
          <a:xfrm>
            <a:off x="1243584" y="4736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没有回路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43584" y="510235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去过之后有没有变好，没有任何产品在收这份数据。</a:t>
            </a:r>
            <a:endParaRPr lang="en-US" sz="1250" dirty="0"/>
          </a:p>
        </p:txBody>
      </p:sp>
      <p:pic>
        <p:nvPicPr>
          <p:cNvPr id="16" name="Image 1" descr="/private/tmp/claude-501/-Users-juer-Desktop-ssai-------/b98e94e0-2af9-46cc-ad31-d04dcba010c9/scratchpad/brand/png/foot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25312"/>
            <a:ext cx="10515600" cy="38587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59536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08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uer-Desktop-ssai-------/b98e94e0-2af9-46cc-ad31-d04dcba010c9/scratchpad/brand/png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5488"/>
            <a:ext cx="640080" cy="3447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2768" y="475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此　在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680960" y="4754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 · 05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闭环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每一次到访，都在改进下一次推荐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822960" y="2542032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F6E9DF"/>
          </a:solidFill>
          <a:ln w="9525">
            <a:solidFill>
              <a:srgbClr val="C470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出发前情绪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04288" y="2542032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0" y="2542032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E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推荐空间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41648" y="2542032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2542032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E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实际到访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79008" y="2542032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2542032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E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秒反馈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516368" y="2542032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772400" y="2542032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ED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0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私密记录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253728" y="2542032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509760" y="2542032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E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09760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匿名贡献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22960" y="3703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70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+2.4</a:t>
            </a:r>
            <a:endParaRPr lang="en-US" sz="4400" dirty="0"/>
          </a:p>
        </p:txBody>
      </p:sp>
      <p:sp>
        <p:nvSpPr>
          <p:cNvPr id="25" name="Text 22"/>
          <p:cNvSpPr/>
          <p:nvPr/>
        </p:nvSpPr>
        <p:spPr>
          <a:xfrm>
            <a:off x="822960" y="4617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江边日落步道的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平均情绪变化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325112" y="3703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1,205</a:t>
            </a:r>
            <a:endParaRPr lang="en-US" sz="4400" dirty="0"/>
          </a:p>
        </p:txBody>
      </p:sp>
      <p:sp>
        <p:nvSpPr>
          <p:cNvPr id="27" name="Text 24"/>
          <p:cNvSpPr/>
          <p:nvPr/>
        </p:nvSpPr>
        <p:spPr>
          <a:xfrm>
            <a:off x="4325112" y="4617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份匿名反馈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（原型示例数值）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827264" y="3703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30s</a:t>
            </a:r>
            <a:endParaRPr lang="en-US" sz="4400" dirty="0"/>
          </a:p>
        </p:txBody>
      </p:sp>
      <p:sp>
        <p:nvSpPr>
          <p:cNvPr id="29" name="Text 26"/>
          <p:cNvSpPr/>
          <p:nvPr/>
        </p:nvSpPr>
        <p:spPr>
          <a:xfrm>
            <a:off x="7827264" y="4617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一次反馈的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时间成本</a:t>
            </a:r>
            <a:endParaRPr lang="en-US" sz="1150" dirty="0"/>
          </a:p>
        </p:txBody>
      </p:sp>
      <p:pic>
        <p:nvPicPr>
          <p:cNvPr id="30" name="Image 1" descr="/private/tmp/claude-501/-Users-juer-Desktop-ssai-------/b98e94e0-2af9-46cc-ad31-d04dcba010c9/scratchpad/brand/png/foot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25312"/>
            <a:ext cx="10515600" cy="385877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59536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08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uer-Desktop-ssai-------/b98e94e0-2af9-46cc-ad31-d04dcba010c9/scratchpad/brand/png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5488"/>
            <a:ext cx="640080" cy="3447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2768" y="475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此　在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680960" y="4754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 · 06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四步，全程不超过一分钟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1645920"/>
            <a:ext cx="2450592" cy="32461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E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0704" y="188366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出发前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60704" y="2212848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此刻，你更接近哪一种？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0704" y="2999232"/>
            <a:ext cx="1975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六个轻量选项，不需要写字。选一个就好，不会被公开。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11296" y="1645920"/>
            <a:ext cx="2450592" cy="32461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E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188366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推荐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749040" y="2212848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江边日落步道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49040" y="2999232"/>
            <a:ext cx="1975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同一个地点，会因为你出发前的状态给出不同的推荐理由。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9632" y="1645920"/>
            <a:ext cx="2450592" cy="32461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E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37376" y="188366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反馈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37376" y="2212848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刚从江边回来吗？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37376" y="2999232"/>
            <a:ext cx="1975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−3 到 +3 记录变化。不评价地点好坏，只记录你的前后差。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87968" y="1645920"/>
            <a:ext cx="2450592" cy="32461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E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25712" y="188366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记录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125712" y="2212848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小在眼中的你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25712" y="2999232"/>
            <a:ext cx="1975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多次记录合成一张符号封面，加两条带出处的观察。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" y="5074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演示时把这四张换成真实截图 · 保持等宽等高</a:t>
            </a:r>
            <a:endParaRPr lang="en-US" sz="1050" dirty="0"/>
          </a:p>
        </p:txBody>
      </p:sp>
      <p:pic>
        <p:nvPicPr>
          <p:cNvPr id="23" name="Image 1" descr="/private/tmp/claude-501/-Users-juer-Desktop-ssai-------/b98e94e0-2af9-46cc-ad31-d04dcba010c9/scratchpad/brand/png/foot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25312"/>
            <a:ext cx="10515600" cy="38587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59536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08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uer-Desktop-ssai-------/b98e94e0-2af9-46cc-ad31-d04dcba010c9/scratchpad/brand/png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91640"/>
            <a:ext cx="228600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063240"/>
            <a:ext cx="1216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2A2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去看看外面的城市吧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0" y="397764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E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扫码试用原型 · heyjue.com/current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17820" y="457200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E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17820" y="45720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二维码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CA0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待替换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此在 · 路演模板</dc:title>
  <dc:subject>PptxGenJS Presentation</dc:subject>
  <dc:creator>此在 / Current</dc:creator>
  <cp:lastModifiedBy>此在 / Current</cp:lastModifiedBy>
  <cp:revision>1</cp:revision>
  <dcterms:created xsi:type="dcterms:W3CDTF">2026-08-22T14:35:09Z</dcterms:created>
  <dcterms:modified xsi:type="dcterms:W3CDTF">2026-08-22T14:35:09Z</dcterms:modified>
</cp:coreProperties>
</file>